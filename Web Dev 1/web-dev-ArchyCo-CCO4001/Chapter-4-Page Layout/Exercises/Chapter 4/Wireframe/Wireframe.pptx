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9DB9C-489F-4F2C-B078-B3B5ED4262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4DE9A-1610-4F2F-9010-2B5C80C29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FB8B3-C4D9-442A-9276-C60572E1C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AC2B2-CA77-4E47-96D7-BEC56585C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FCAB3-CAB5-43CE-B25B-FC9196C36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05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0CD9-E56B-4C3B-8FAF-BB50EA7B3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69A6E-E423-4943-B574-1EC4E38F3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79395-BC28-4E37-B4CE-9131A0A17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281F4-F9A5-46D8-A599-B600BCDA4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BA305-029F-4CD7-B05C-F853EE57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60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9D999-32BE-41B1-A228-19ACED6A2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FE076-EC34-4069-9128-BC57D4A6E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B2130-DAE1-47BE-8880-72AEA2086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D03B1-E06F-45CC-97BD-9FDE7DD47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52ECA-48E7-4113-95C9-DE5EE1C5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884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6FC22-DBB8-48F6-AA37-B12EADF9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5A0BF-17BE-4E16-8720-0F88B50A9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DDABA-4178-4A72-8F97-8D504B752D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7086B-A98B-479D-91EA-55CEE0BD8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E2D39-0674-4612-B25E-B57F2EF1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A900DD-259E-43ED-BB01-B5C556EF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513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5FE6C-8654-47B2-B3FF-A1BEF695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5665D-AACE-4038-A9FF-BEA9C75B9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4ADBA2-3155-48FF-9ABB-B98FD160C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944385-940F-44B4-AF8B-99BE86394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76A0F4-7FA6-4E5D-9EA9-DA6509D04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3C168-3D42-4ABF-8CE6-59583FC7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C935AD-B685-41FF-A277-E0BADBCC1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A237A4-72C2-4FA5-9A0A-F83F0AA2F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53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97E0-883A-41C1-8A98-77D027DDB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26B83-24AE-4EC9-9147-5E7ACFC9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4B48C5-3F78-43B5-BCA3-1B95AD2D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FB95D-470A-4199-99AA-7AFC6220B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215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AD8E3-5F1F-4F64-9E6D-B44A9D43E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F736DD-E758-4AF3-B6C8-19E0DB23F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3D32C-5AF3-429B-8BFC-43F5D500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56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0244-2766-4DFD-99BA-33F1E53E8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A6F4E-5966-48EB-9189-89CE1A25F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BEF1F-654D-4C4F-BE32-473873A83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1E34A-9269-473D-A93F-AF7CA15DF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7BAE7-D772-4A57-AAF3-9288B4F8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E4C68-C08E-427F-A216-360832474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799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04130-4556-46CA-8CF9-69C6633E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322DC-614D-48ED-BCA3-538285C766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A63C9-C189-46A5-8597-560D4D8FA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D1EF0-0B4F-4B6E-959A-7AE05376E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A5F7F-E52D-4A5E-A4DC-0C03BE0C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FA692-964E-41E2-85C9-D6AB035D2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333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D680A-B3C6-4F28-B149-DF1A577F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EBADE-AB51-451A-B852-FB6B19ADEB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D9403-862B-4F4B-9D8F-B2DB8E7F2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C5B84-BEB6-40DF-9D83-0341D2796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BA0F8-830C-4E9D-B13C-7D8E52F7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050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C1F657-8ED1-4BE5-9FBA-1DE3AD501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809359-0CCB-4D3F-BE2E-FDC95F734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E126A6-F557-40DA-948C-E4078423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06EE7-1349-4486-8A21-7F47E7F0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4B5F0-38F2-4886-8492-123360C9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85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713080-8436-4174-AB6F-B013AB48F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30266-336B-4620-9BBD-67C8E525A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AF2806-9AD4-431F-9BE0-8BE995DF8A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87DA4-5DED-454A-ACD6-A0BB18B634C5}" type="datetimeFigureOut">
              <a:rPr lang="en-GB" smtClean="0"/>
              <a:t>07/04/2022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9FA58-BFA0-4AF5-804B-0B2B2BB0C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6988A-AD36-44BF-8D4E-CBAC6DA37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05F20-3593-4198-819F-8C67D487C2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323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CFB059-69E2-4491-8EC0-FB02FD86EC51}"/>
              </a:ext>
            </a:extLst>
          </p:cNvPr>
          <p:cNvSpPr/>
          <p:nvPr/>
        </p:nvSpPr>
        <p:spPr>
          <a:xfrm>
            <a:off x="7860631" y="930442"/>
            <a:ext cx="4339389" cy="547035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A53ACA-FE6F-41B7-8768-554F8E6BBD12}"/>
              </a:ext>
            </a:extLst>
          </p:cNvPr>
          <p:cNvSpPr/>
          <p:nvPr/>
        </p:nvSpPr>
        <p:spPr>
          <a:xfrm>
            <a:off x="0" y="0"/>
            <a:ext cx="12192000" cy="4892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C7899A-F0BA-4E32-B14D-5FA1FEA42817}"/>
              </a:ext>
            </a:extLst>
          </p:cNvPr>
          <p:cNvSpPr/>
          <p:nvPr/>
        </p:nvSpPr>
        <p:spPr>
          <a:xfrm>
            <a:off x="0" y="6240379"/>
            <a:ext cx="12192000" cy="6176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2022 </a:t>
            </a:r>
            <a:r>
              <a:rPr lang="en-GB" dirty="0" err="1"/>
              <a:t>Wireframeeee</a:t>
            </a:r>
            <a:r>
              <a:rPr lang="en-GB" dirty="0"/>
              <a:t> ltd.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A22350-23BD-44F2-A44C-197AD744C489}"/>
              </a:ext>
            </a:extLst>
          </p:cNvPr>
          <p:cNvSpPr/>
          <p:nvPr/>
        </p:nvSpPr>
        <p:spPr>
          <a:xfrm>
            <a:off x="0" y="481263"/>
            <a:ext cx="12192000" cy="449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Nav Bar          Home          About          What’s On          Contact          Tickets</a:t>
            </a:r>
          </a:p>
        </p:txBody>
      </p:sp>
      <p:pic>
        <p:nvPicPr>
          <p:cNvPr id="11" name="Graphic 10" descr="Badge Copyright outline">
            <a:extLst>
              <a:ext uri="{FF2B5EF4-FFF2-40B4-BE49-F238E27FC236}">
                <a16:creationId xmlns:a16="http://schemas.microsoft.com/office/drawing/2014/main" id="{9B64EAB0-010F-4E44-9B3C-8648AAFDD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3979" y="6376737"/>
            <a:ext cx="393031" cy="3930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EDAD6C-3D08-47D5-BBA6-62B17F649CD7}"/>
              </a:ext>
            </a:extLst>
          </p:cNvPr>
          <p:cNvSpPr txBox="1"/>
          <p:nvPr/>
        </p:nvSpPr>
        <p:spPr>
          <a:xfrm>
            <a:off x="8053137" y="1130968"/>
            <a:ext cx="39543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Aside of wireframe template</a:t>
            </a:r>
          </a:p>
          <a:p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/>
              <a:t>Lorem ipsum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2AE2FD96-375A-448E-AC63-85E12E4AB4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516" y="2028326"/>
            <a:ext cx="3810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Lorem ipsum dolor sit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amet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,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consectetur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adipiscing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elit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, sed do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eiusmod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tempor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incididunt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ut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labore et dolore magna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aliqua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. Ut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enim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ad minim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veniam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,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quis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nostrud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exercitation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ullamco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laboris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nisi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ut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aliquip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ex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ea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commodo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consequat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. Duis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aute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irure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dolor in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reprehenderit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in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voluptate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velit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esse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cillum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dolore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eu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fugiat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nulla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pariatur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.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Excepteur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sint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occaecat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cupidatat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non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proident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, sunt in culpa qui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officia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deserunt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mollit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anim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id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est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laborum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ui-monospace"/>
              </a:rPr>
              <a:t>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 descr="Irritated Man With Hands Out In Stop Gesture Stock Photo ...">
            <a:extLst>
              <a:ext uri="{FF2B5EF4-FFF2-40B4-BE49-F238E27FC236}">
                <a16:creationId xmlns:a16="http://schemas.microsoft.com/office/drawing/2014/main" id="{F9D4F74D-74B0-4DD4-9FEF-D1A733C737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9137" y="3561347"/>
            <a:ext cx="1636295" cy="163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AF6CF2-ABEF-495F-BE26-849ABBAC42A2}"/>
              </a:ext>
            </a:extLst>
          </p:cNvPr>
          <p:cNvSpPr txBox="1"/>
          <p:nvPr/>
        </p:nvSpPr>
        <p:spPr>
          <a:xfrm>
            <a:off x="256674" y="1162244"/>
            <a:ext cx="2791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u="sng" dirty="0"/>
              <a:t>Welcome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0B8C8E-53EE-48DC-B940-EE53B552E89D}"/>
              </a:ext>
            </a:extLst>
          </p:cNvPr>
          <p:cNvSpPr txBox="1"/>
          <p:nvPr/>
        </p:nvSpPr>
        <p:spPr>
          <a:xfrm>
            <a:off x="256674" y="1700463"/>
            <a:ext cx="74595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Lorem ipsum dolor sit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amet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consectetur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adipiscing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elit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, sed do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eiusmod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tempor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incididunt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labore et dolore magna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aliqua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. Ut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enim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ad minim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veniam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quis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nostrud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exercitation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ullamco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laboris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nisi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aliquip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ex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ea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commodo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consequat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. Duis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aute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irure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dolor 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reprehenderit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in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voluptate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velit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esse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cillum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dolore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eu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fugiat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nulla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pariatur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Excepteur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sint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occaecat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cupidatat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non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proident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, sunt in culpa qui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officia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deserunt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mollit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anim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id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laborum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ADBAC7"/>
                </a:solidFill>
                <a:effectLst/>
                <a:latin typeface="ui-monospace"/>
              </a:rPr>
              <a:t>.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8" name="Picture 14" descr="Stock Photo Backstabber: Image Gallery | Know Your Meme">
            <a:extLst>
              <a:ext uri="{FF2B5EF4-FFF2-40B4-BE49-F238E27FC236}">
                <a16:creationId xmlns:a16="http://schemas.microsoft.com/office/drawing/2014/main" id="{8130C600-3A24-4C82-A93C-80A46FE26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85" y="3767217"/>
            <a:ext cx="7118683" cy="2160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Download this stock image: Royal wedding of Prince Andrew ...">
            <a:extLst>
              <a:ext uri="{FF2B5EF4-FFF2-40B4-BE49-F238E27FC236}">
                <a16:creationId xmlns:a16="http://schemas.microsoft.com/office/drawing/2014/main" id="{75166A4D-D463-4DD1-BAE7-8D7B7AD2E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943" y="3561347"/>
            <a:ext cx="2177782" cy="163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4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174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ui-monospace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Archie Cook</dc:creator>
  <cp:lastModifiedBy>Archie Cook</cp:lastModifiedBy>
  <cp:revision>3</cp:revision>
  <dcterms:created xsi:type="dcterms:W3CDTF">2022-04-07T13:39:36Z</dcterms:created>
  <dcterms:modified xsi:type="dcterms:W3CDTF">2022-04-07T14:41:35Z</dcterms:modified>
</cp:coreProperties>
</file>